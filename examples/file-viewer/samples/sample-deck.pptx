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What a file actually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E8E14"/>
                </a:solidFill>
              </a:defRPr>
            </a:pPr>
            <a:r>
              <a:t>Metadata, structure and payload — read locally in the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4"/>
                </a:solidFill>
              </a:defRPr>
            </a:pPr>
            <a:r>
              <a:t>Three layers of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Metadata — </a:t>
            </a:r>
            <a:r>
              <a:rPr sz="2200">
                <a:solidFill>
                  <a:srgbClr val="606060"/>
                </a:solidFill>
              </a:rPr>
              <a:t>size, type, pages, camera settings, checksum.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Structure — </a:t>
            </a:r>
            <a:r>
              <a:rPr sz="2200">
                <a:solidFill>
                  <a:srgbClr val="606060"/>
                </a:solidFill>
              </a:rPr>
              <a:t>IFD chains, xref tables, ZIP parts, section breaks.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Payload — </a:t>
            </a:r>
            <a:r>
              <a:rPr sz="2200">
                <a:solidFill>
                  <a:srgbClr val="606060"/>
                </a:solidFill>
              </a:rPr>
              <a:t>the pixels, glyphs, cells or frames a reader sees.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323234"/>
                </a:solidFill>
              </a:rPr>
              <a:t>•  Boundary — </a:t>
            </a:r>
            <a:r>
              <a:rPr sz="2200">
                <a:solidFill>
                  <a:srgbClr val="606060"/>
                </a:solidFill>
              </a:rPr>
              <a:t>a viewer shows all three; a preview shows the last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3234"/>
                </a:solidFill>
              </a:defRPr>
            </a:pPr>
            <a:r>
              <a:t>Container formats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00200"/>
          <a:ext cx="10424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323234"/>
                          </a:solidFill>
                        </a:defRPr>
                      </a:pPr>
                      <a:r>
                        <a:t>Pages live in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%PDF-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page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TIFF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II*\0 / MM\0*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IFD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sections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worksheets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PK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23234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A picture is also a file: 1,800 x 1,200 px, EXIF intact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file actually contains</dc:title>
  <dc:subject/>
  <dc:creator>Codepool Sample Set</dc:creator>
  <cp:keywords/>
  <dc:description>Sample four-slide deck</dc:description>
  <cp:lastModifiedBy>Codepool Sample Set</cp:lastModifiedBy>
  <cp:revision>1</cp:revision>
  <dcterms:created xsi:type="dcterms:W3CDTF">2026-09-15T14:08:00Z</dcterms:created>
  <dcterms:modified xsi:type="dcterms:W3CDTF">2026-09-18T11:47:00Z</dcterms:modified>
  <cp:category/>
</cp:coreProperties>
</file>